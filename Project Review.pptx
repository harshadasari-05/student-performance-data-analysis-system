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4" r:id="rId6"/>
    <p:sldId id="279" r:id="rId7"/>
    <p:sldId id="276" r:id="rId8"/>
    <p:sldId id="280" r:id="rId9"/>
    <p:sldId id="278" r:id="rId10"/>
    <p:sldId id="271" r:id="rId11"/>
    <p:sldId id="281" r:id="rId12"/>
    <p:sldId id="282" r:id="rId13"/>
    <p:sldId id="283" r:id="rId14"/>
    <p:sldId id="268" r:id="rId15"/>
    <p:sldId id="269" r:id="rId16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FC0A1C-D426-4B1E-918F-3DEBD911EE1E}" v="22" dt="2026-08-02T06:59:50.19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/>
  </p:normalViewPr>
  <p:slideViewPr>
    <p:cSldViewPr>
      <p:cViewPr varScale="1">
        <p:scale>
          <a:sx n="74" d="100"/>
          <a:sy n="74" d="100"/>
        </p:scale>
        <p:origin x="1795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nu teja" userId="a7163dff892006b1" providerId="LiveId" clId="{68D38998-112C-4BC1-8EBF-D1599E96940D}"/>
    <pc:docChg chg="undo custSel addSld modSld">
      <pc:chgData name="vishnu teja" userId="a7163dff892006b1" providerId="LiveId" clId="{68D38998-112C-4BC1-8EBF-D1599E96940D}" dt="2026-08-02T07:05:35.826" v="3257" actId="20577"/>
      <pc:docMkLst>
        <pc:docMk/>
      </pc:docMkLst>
      <pc:sldChg chg="modSp mod">
        <pc:chgData name="vishnu teja" userId="a7163dff892006b1" providerId="LiveId" clId="{68D38998-112C-4BC1-8EBF-D1599E96940D}" dt="2026-08-02T07:05:35.826" v="3257" actId="20577"/>
        <pc:sldMkLst>
          <pc:docMk/>
          <pc:sldMk cId="0" sldId="256"/>
        </pc:sldMkLst>
        <pc:spChg chg="mod">
          <ac:chgData name="vishnu teja" userId="a7163dff892006b1" providerId="LiveId" clId="{68D38998-112C-4BC1-8EBF-D1599E96940D}" dt="2026-08-02T07:05:35.826" v="3257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vishnu teja" userId="a7163dff892006b1" providerId="LiveId" clId="{68D38998-112C-4BC1-8EBF-D1599E96940D}" dt="2026-07-29T15:40:47.754" v="873" actId="255"/>
        <pc:sldMkLst>
          <pc:docMk/>
          <pc:sldMk cId="0" sldId="258"/>
        </pc:sldMkLst>
        <pc:spChg chg="mod">
          <ac:chgData name="vishnu teja" userId="a7163dff892006b1" providerId="LiveId" clId="{68D38998-112C-4BC1-8EBF-D1599E96940D}" dt="2026-07-29T15:40:47.754" v="873" actId="255"/>
          <ac:spMkLst>
            <pc:docMk/>
            <pc:sldMk cId="0" sldId="258"/>
            <ac:spMk id="13" creationId="{F71F55BA-986F-654A-5E2D-6EB3BA46572D}"/>
          </ac:spMkLst>
        </pc:spChg>
      </pc:sldChg>
      <pc:sldChg chg="modSp mod">
        <pc:chgData name="vishnu teja" userId="a7163dff892006b1" providerId="LiveId" clId="{68D38998-112C-4BC1-8EBF-D1599E96940D}" dt="2026-07-29T15:47:57.466" v="1030" actId="20577"/>
        <pc:sldMkLst>
          <pc:docMk/>
          <pc:sldMk cId="86789223" sldId="259"/>
        </pc:sldMkLst>
        <pc:spChg chg="mod">
          <ac:chgData name="vishnu teja" userId="a7163dff892006b1" providerId="LiveId" clId="{68D38998-112C-4BC1-8EBF-D1599E96940D}" dt="2026-07-29T15:47:57.466" v="1030" actId="20577"/>
          <ac:spMkLst>
            <pc:docMk/>
            <pc:sldMk cId="86789223" sldId="259"/>
            <ac:spMk id="2" creationId="{25851B59-AD5A-81AD-7D42-C1CD5E589B58}"/>
          </ac:spMkLst>
        </pc:spChg>
      </pc:sldChg>
      <pc:sldChg chg="modSp mod">
        <pc:chgData name="vishnu teja" userId="a7163dff892006b1" providerId="LiveId" clId="{68D38998-112C-4BC1-8EBF-D1599E96940D}" dt="2026-08-02T07:00:19.837" v="3064" actId="20577"/>
        <pc:sldMkLst>
          <pc:docMk/>
          <pc:sldMk cId="2694192783" sldId="268"/>
        </pc:sldMkLst>
        <pc:spChg chg="mod">
          <ac:chgData name="vishnu teja" userId="a7163dff892006b1" providerId="LiveId" clId="{68D38998-112C-4BC1-8EBF-D1599E96940D}" dt="2026-08-02T07:00:19.837" v="3064" actId="20577"/>
          <ac:spMkLst>
            <pc:docMk/>
            <pc:sldMk cId="2694192783" sldId="268"/>
            <ac:spMk id="6" creationId="{DABB4592-5775-79D7-4F02-0BE4F7025B51}"/>
          </ac:spMkLst>
        </pc:spChg>
      </pc:sldChg>
      <pc:sldChg chg="modSp mod">
        <pc:chgData name="vishnu teja" userId="a7163dff892006b1" providerId="LiveId" clId="{68D38998-112C-4BC1-8EBF-D1599E96940D}" dt="2026-08-02T06:35:32.356" v="2131" actId="1037"/>
        <pc:sldMkLst>
          <pc:docMk/>
          <pc:sldMk cId="314495878" sldId="271"/>
        </pc:sldMkLst>
        <pc:spChg chg="mod">
          <ac:chgData name="vishnu teja" userId="a7163dff892006b1" providerId="LiveId" clId="{68D38998-112C-4BC1-8EBF-D1599E96940D}" dt="2026-08-02T06:34:24.105" v="2115" actId="1076"/>
          <ac:spMkLst>
            <pc:docMk/>
            <pc:sldMk cId="314495878" sldId="271"/>
            <ac:spMk id="4" creationId="{A1271227-37A8-BD2E-DA5F-9D1409CD539E}"/>
          </ac:spMkLst>
        </pc:spChg>
        <pc:spChg chg="mod">
          <ac:chgData name="vishnu teja" userId="a7163dff892006b1" providerId="LiveId" clId="{68D38998-112C-4BC1-8EBF-D1599E96940D}" dt="2026-08-02T06:35:32.356" v="2131" actId="1037"/>
          <ac:spMkLst>
            <pc:docMk/>
            <pc:sldMk cId="314495878" sldId="271"/>
            <ac:spMk id="12" creationId="{2E698EF3-6CC5-CB2B-B3DF-1F2230442C23}"/>
          </ac:spMkLst>
        </pc:spChg>
      </pc:sldChg>
      <pc:sldChg chg="modSp mod">
        <pc:chgData name="vishnu teja" userId="a7163dff892006b1" providerId="LiveId" clId="{68D38998-112C-4BC1-8EBF-D1599E96940D}" dt="2026-07-29T15:50:28.007" v="1042" actId="20577"/>
        <pc:sldMkLst>
          <pc:docMk/>
          <pc:sldMk cId="4273835673" sldId="274"/>
        </pc:sldMkLst>
        <pc:spChg chg="mod">
          <ac:chgData name="vishnu teja" userId="a7163dff892006b1" providerId="LiveId" clId="{68D38998-112C-4BC1-8EBF-D1599E96940D}" dt="2026-07-29T15:50:28.007" v="1042" actId="20577"/>
          <ac:spMkLst>
            <pc:docMk/>
            <pc:sldMk cId="4273835673" sldId="274"/>
            <ac:spMk id="16" creationId="{85EA2366-D5A3-7AD8-E7B4-472C3227ADC8}"/>
          </ac:spMkLst>
        </pc:spChg>
      </pc:sldChg>
      <pc:sldChg chg="modSp mod">
        <pc:chgData name="vishnu teja" userId="a7163dff892006b1" providerId="LiveId" clId="{68D38998-112C-4BC1-8EBF-D1599E96940D}" dt="2026-08-02T07:01:12.514" v="3066" actId="1037"/>
        <pc:sldMkLst>
          <pc:docMk/>
          <pc:sldMk cId="709256651" sldId="276"/>
        </pc:sldMkLst>
        <pc:spChg chg="mod">
          <ac:chgData name="vishnu teja" userId="a7163dff892006b1" providerId="LiveId" clId="{68D38998-112C-4BC1-8EBF-D1599E96940D}" dt="2026-08-02T07:01:12.514" v="3066" actId="1037"/>
          <ac:spMkLst>
            <pc:docMk/>
            <pc:sldMk cId="709256651" sldId="276"/>
            <ac:spMk id="16" creationId="{85EA2366-D5A3-7AD8-E7B4-472C3227ADC8}"/>
          </ac:spMkLst>
        </pc:spChg>
      </pc:sldChg>
      <pc:sldChg chg="delSp modSp mod">
        <pc:chgData name="vishnu teja" userId="a7163dff892006b1" providerId="LiveId" clId="{68D38998-112C-4BC1-8EBF-D1599E96940D}" dt="2026-08-02T06:32:39.042" v="2093" actId="1038"/>
        <pc:sldMkLst>
          <pc:docMk/>
          <pc:sldMk cId="3510378788" sldId="280"/>
        </pc:sldMkLst>
        <pc:spChg chg="del mod">
          <ac:chgData name="vishnu teja" userId="a7163dff892006b1" providerId="LiveId" clId="{68D38998-112C-4BC1-8EBF-D1599E96940D}" dt="2026-08-02T06:14:26.973" v="1531" actId="478"/>
          <ac:spMkLst>
            <pc:docMk/>
            <pc:sldMk cId="3510378788" sldId="280"/>
            <ac:spMk id="16" creationId="{DFCC38E1-9856-A2E3-4EB5-E8E13767AF6F}"/>
          </ac:spMkLst>
        </pc:spChg>
        <pc:graphicFrameChg chg="mod modGraphic">
          <ac:chgData name="vishnu teja" userId="a7163dff892006b1" providerId="LiveId" clId="{68D38998-112C-4BC1-8EBF-D1599E96940D}" dt="2026-08-02T06:32:39.042" v="2093" actId="1038"/>
          <ac:graphicFrameMkLst>
            <pc:docMk/>
            <pc:sldMk cId="3510378788" sldId="280"/>
            <ac:graphicFrameMk id="2" creationId="{DEA1E91E-EF4D-C73B-A7C1-DB20552B5A16}"/>
          </ac:graphicFrameMkLst>
        </pc:graphicFrameChg>
        <pc:picChg chg="mod">
          <ac:chgData name="vishnu teja" userId="a7163dff892006b1" providerId="LiveId" clId="{68D38998-112C-4BC1-8EBF-D1599E96940D}" dt="2026-08-02T06:11:48.444" v="1492" actId="1076"/>
          <ac:picMkLst>
            <pc:docMk/>
            <pc:sldMk cId="3510378788" sldId="280"/>
            <ac:picMk id="17" creationId="{97977331-EA1C-CA44-869F-6C400FF95B93}"/>
          </ac:picMkLst>
        </pc:picChg>
      </pc:sldChg>
      <pc:sldChg chg="modSp mod">
        <pc:chgData name="vishnu teja" userId="a7163dff892006b1" providerId="LiveId" clId="{68D38998-112C-4BC1-8EBF-D1599E96940D}" dt="2026-08-02T06:45:08.166" v="2677" actId="20577"/>
        <pc:sldMkLst>
          <pc:docMk/>
          <pc:sldMk cId="3744217247" sldId="281"/>
        </pc:sldMkLst>
        <pc:spChg chg="mod">
          <ac:chgData name="vishnu teja" userId="a7163dff892006b1" providerId="LiveId" clId="{68D38998-112C-4BC1-8EBF-D1599E96940D}" dt="2026-08-02T06:45:08.166" v="2677" actId="20577"/>
          <ac:spMkLst>
            <pc:docMk/>
            <pc:sldMk cId="3744217247" sldId="281"/>
            <ac:spMk id="12" creationId="{6D4B64F4-A7BB-5C66-D262-C3B30131FC70}"/>
          </ac:spMkLst>
        </pc:spChg>
      </pc:sldChg>
      <pc:sldChg chg="modSp mod">
        <pc:chgData name="vishnu teja" userId="a7163dff892006b1" providerId="LiveId" clId="{68D38998-112C-4BC1-8EBF-D1599E96940D}" dt="2026-08-02T06:54:35.873" v="2924" actId="1036"/>
        <pc:sldMkLst>
          <pc:docMk/>
          <pc:sldMk cId="3942059725" sldId="282"/>
        </pc:sldMkLst>
        <pc:spChg chg="mod">
          <ac:chgData name="vishnu teja" userId="a7163dff892006b1" providerId="LiveId" clId="{68D38998-112C-4BC1-8EBF-D1599E96940D}" dt="2026-08-02T06:49:02.514" v="2875" actId="255"/>
          <ac:spMkLst>
            <pc:docMk/>
            <pc:sldMk cId="3942059725" sldId="282"/>
            <ac:spMk id="6" creationId="{8C17C9B2-E7CC-1C9A-D7F8-2089A03BE5C7}"/>
          </ac:spMkLst>
        </pc:spChg>
        <pc:grpChg chg="mod">
          <ac:chgData name="vishnu teja" userId="a7163dff892006b1" providerId="LiveId" clId="{68D38998-112C-4BC1-8EBF-D1599E96940D}" dt="2026-08-02T06:54:35.873" v="2924" actId="1036"/>
          <ac:grpSpMkLst>
            <pc:docMk/>
            <pc:sldMk cId="3942059725" sldId="282"/>
            <ac:grpSpMk id="7" creationId="{1D05E8A7-0BAB-CD52-0FC4-DBD8F083248D}"/>
          </ac:grpSpMkLst>
        </pc:grpChg>
      </pc:sldChg>
      <pc:sldChg chg="addSp modSp new mod">
        <pc:chgData name="vishnu teja" userId="a7163dff892006b1" providerId="LiveId" clId="{68D38998-112C-4BC1-8EBF-D1599E96940D}" dt="2026-08-02T06:56:02.835" v="2961" actId="1076"/>
        <pc:sldMkLst>
          <pc:docMk/>
          <pc:sldMk cId="2107866580" sldId="283"/>
        </pc:sldMkLst>
        <pc:spChg chg="mod">
          <ac:chgData name="vishnu teja" userId="a7163dff892006b1" providerId="LiveId" clId="{68D38998-112C-4BC1-8EBF-D1599E96940D}" dt="2026-08-02T06:56:02.835" v="2961" actId="1076"/>
          <ac:spMkLst>
            <pc:docMk/>
            <pc:sldMk cId="2107866580" sldId="283"/>
            <ac:spMk id="2" creationId="{51467E51-5D7A-AF97-9E45-B558C6822191}"/>
          </ac:spMkLst>
        </pc:spChg>
        <pc:spChg chg="mod">
          <ac:chgData name="vishnu teja" userId="a7163dff892006b1" providerId="LiveId" clId="{68D38998-112C-4BC1-8EBF-D1599E96940D}" dt="2026-08-02T06:53:47.030" v="2917" actId="20577"/>
          <ac:spMkLst>
            <pc:docMk/>
            <pc:sldMk cId="2107866580" sldId="283"/>
            <ac:spMk id="3" creationId="{6C020F92-81B9-B5B6-2304-5975A0B9737B}"/>
          </ac:spMkLst>
        </pc:spChg>
        <pc:spChg chg="mod">
          <ac:chgData name="vishnu teja" userId="a7163dff892006b1" providerId="LiveId" clId="{68D38998-112C-4BC1-8EBF-D1599E96940D}" dt="2026-08-02T06:55:22.078" v="2943" actId="14100"/>
          <ac:spMkLst>
            <pc:docMk/>
            <pc:sldMk cId="2107866580" sldId="283"/>
            <ac:spMk id="10" creationId="{F41488FE-655B-2D35-0DF7-C45E5E45DD90}"/>
          </ac:spMkLst>
        </pc:spChg>
        <pc:grpChg chg="add mod">
          <ac:chgData name="vishnu teja" userId="a7163dff892006b1" providerId="LiveId" clId="{68D38998-112C-4BC1-8EBF-D1599E96940D}" dt="2026-08-02T06:55:22.512" v="2944" actId="1076"/>
          <ac:grpSpMkLst>
            <pc:docMk/>
            <pc:sldMk cId="2107866580" sldId="283"/>
            <ac:grpSpMk id="6" creationId="{B449B30F-21D9-3E7A-18A8-C05F3DE4159C}"/>
          </ac:grpSpMkLst>
        </pc:grpChg>
        <pc:picChg chg="add mod">
          <ac:chgData name="vishnu teja" userId="a7163dff892006b1" providerId="LiveId" clId="{68D38998-112C-4BC1-8EBF-D1599E96940D}" dt="2026-08-02T06:54:12.441" v="2922" actId="1076"/>
          <ac:picMkLst>
            <pc:docMk/>
            <pc:sldMk cId="2107866580" sldId="283"/>
            <ac:picMk id="4" creationId="{F0F7B23D-62E0-2AF6-98C5-9CE21E0C1820}"/>
          </ac:picMkLst>
        </pc:picChg>
        <pc:picChg chg="add mod">
          <ac:chgData name="vishnu teja" userId="a7163dff892006b1" providerId="LiveId" clId="{68D38998-112C-4BC1-8EBF-D1599E96940D}" dt="2026-08-02T06:54:08.513" v="2921" actId="1076"/>
          <ac:picMkLst>
            <pc:docMk/>
            <pc:sldMk cId="2107866580" sldId="283"/>
            <ac:picMk id="5" creationId="{F8B4B877-47BC-F0D0-559E-30301A009C5D}"/>
          </ac:picMkLst>
        </pc:picChg>
        <pc:picChg chg="mod">
          <ac:chgData name="vishnu teja" userId="a7163dff892006b1" providerId="LiveId" clId="{68D38998-112C-4BC1-8EBF-D1599E96940D}" dt="2026-08-02T06:54:44.027" v="2932"/>
          <ac:picMkLst>
            <pc:docMk/>
            <pc:sldMk cId="2107866580" sldId="283"/>
            <ac:picMk id="7" creationId="{99B1FB2F-C7E9-834D-82EA-3E74ED65C8FC}"/>
          </ac:picMkLst>
        </pc:picChg>
        <pc:picChg chg="mod">
          <ac:chgData name="vishnu teja" userId="a7163dff892006b1" providerId="LiveId" clId="{68D38998-112C-4BC1-8EBF-D1599E96940D}" dt="2026-08-02T06:54:44.027" v="2932"/>
          <ac:picMkLst>
            <pc:docMk/>
            <pc:sldMk cId="2107866580" sldId="283"/>
            <ac:picMk id="8" creationId="{A0A529F7-FEFB-0353-2403-E2ADE72B711C}"/>
          </ac:picMkLst>
        </pc:picChg>
        <pc:picChg chg="mod">
          <ac:chgData name="vishnu teja" userId="a7163dff892006b1" providerId="LiveId" clId="{68D38998-112C-4BC1-8EBF-D1599E96940D}" dt="2026-08-02T06:54:44.027" v="2932"/>
          <ac:picMkLst>
            <pc:docMk/>
            <pc:sldMk cId="2107866580" sldId="283"/>
            <ac:picMk id="9" creationId="{FA3D15E7-BF74-5EC0-1388-362C61D3202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1E0C1-6277-CAD3-8A7C-7F0F37C61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776A0-3BEE-1FDC-EADA-6B6FA1E1A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53676-942B-2284-A56F-CCE051D8D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8B2BB-B290-5A6F-7542-202146F1BA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576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1076308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Essentials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Review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388952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Student Performance Data Analysis System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D. Harsha Kumar (25B11AI257)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K.S.R. Harsha Vardhan (25B11AI531)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P.S. Sai Pavan (25B11AI975)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U.P</a:t>
            </a:r>
            <a:r>
              <a:rPr lang="en-IN" sz="2000" spc="-1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.C. </a:t>
            </a: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Manikanta (25B11AIC20)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 Machine Learning</a:t>
            </a:r>
            <a:endParaRPr lang="en-IN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8220" y="1497893"/>
            <a:ext cx="3032125" cy="3579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43400" y="325191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1F55BA-986F-654A-5E2D-6EB3BA46572D}"/>
              </a:ext>
            </a:extLst>
          </p:cNvPr>
          <p:cNvSpPr txBox="1"/>
          <p:nvPr/>
        </p:nvSpPr>
        <p:spPr>
          <a:xfrm>
            <a:off x="723900" y="1185265"/>
            <a:ext cx="89535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/>
              <a:t>The </a:t>
            </a:r>
            <a:r>
              <a:rPr lang="en-IN" sz="2400" b="1" dirty="0"/>
              <a:t>Student Performance Data Analysis System</a:t>
            </a:r>
            <a:r>
              <a:rPr lang="en-IN" sz="2400" dirty="0"/>
              <a:t> is a Python-based data analytics project that helps </a:t>
            </a:r>
            <a:r>
              <a:rPr lang="en-IN" sz="2400" dirty="0" err="1"/>
              <a:t>analyze</a:t>
            </a:r>
            <a:r>
              <a:rPr lang="en-IN" sz="2400" dirty="0"/>
              <a:t> student academic records and understand the factors affecting academic performance. The project uses the </a:t>
            </a:r>
            <a:r>
              <a:rPr lang="en-IN" sz="2400" b="1" dirty="0"/>
              <a:t>Pandas</a:t>
            </a:r>
            <a:r>
              <a:rPr lang="en-IN" sz="2400" dirty="0"/>
              <a:t> library to load and process student datasets, performs data cleaning to handle missing or inconsistent values, calculates average marks and grades, </a:t>
            </a:r>
            <a:r>
              <a:rPr lang="en-IN" sz="2400" dirty="0" err="1"/>
              <a:t>analyzes</a:t>
            </a:r>
            <a:r>
              <a:rPr lang="en-IN" sz="2400" dirty="0"/>
              <a:t> attendance records, and visualizes performance trends using </a:t>
            </a:r>
            <a:r>
              <a:rPr lang="en-IN" sz="2400" b="1" dirty="0"/>
              <a:t>Matplotlib</a:t>
            </a:r>
            <a:r>
              <a:rPr lang="en-IN" sz="2400" dirty="0"/>
              <a:t> charts. It demonstrates a complete data analysis workflow, enabling users to gain meaningful insights into student performance and providing a strong foundation for future Data Science and Machine Learning applications.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851B59-AD5A-81AD-7D42-C1CD5E589B58}"/>
              </a:ext>
            </a:extLst>
          </p:cNvPr>
          <p:cNvSpPr txBox="1"/>
          <p:nvPr/>
        </p:nvSpPr>
        <p:spPr>
          <a:xfrm>
            <a:off x="609600" y="888537"/>
            <a:ext cx="9144000" cy="6925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Educational institutions manage the academic records of many students.</a:t>
            </a:r>
          </a:p>
          <a:p>
            <a:endParaRPr lang="en-IN" sz="2400" dirty="0"/>
          </a:p>
          <a:p>
            <a:r>
              <a:rPr lang="en-IN" sz="2400" dirty="0"/>
              <a:t>Student data includes: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Number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Marks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Marks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Subject-wise Performance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consuming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prone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for large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Data Analysis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can automatically clean,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visualize the data to assist Students Data.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2366-D5A3-7AD8-E7B4-472C3227ADC8}"/>
              </a:ext>
            </a:extLst>
          </p:cNvPr>
          <p:cNvSpPr txBox="1"/>
          <p:nvPr/>
        </p:nvSpPr>
        <p:spPr>
          <a:xfrm>
            <a:off x="762000" y="1480344"/>
            <a:ext cx="8534400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System:</a:t>
            </a:r>
          </a:p>
          <a:p>
            <a:r>
              <a:rPr lang="en-IN" sz="2400" dirty="0"/>
              <a:t>Student performance records are generally maintained manually.</a:t>
            </a:r>
          </a:p>
          <a:p>
            <a:r>
              <a:rPr lang="en-IN" sz="2400" dirty="0"/>
              <a:t>Data is usually stored in:</a:t>
            </a:r>
          </a:p>
          <a:p>
            <a:pPr lvl="0"/>
            <a:r>
              <a:rPr lang="en-IN" sz="2400" dirty="0"/>
              <a:t>Excel Sheets </a:t>
            </a:r>
          </a:p>
          <a:p>
            <a:pPr lvl="0"/>
            <a:r>
              <a:rPr lang="en-IN" sz="2400" dirty="0"/>
              <a:t>CSV Files </a:t>
            </a:r>
          </a:p>
          <a:p>
            <a:pPr lvl="0"/>
            <a:r>
              <a:rPr lang="en-IN" sz="2400" dirty="0"/>
              <a:t>Paper Records </a:t>
            </a:r>
          </a:p>
          <a:p>
            <a:pPr lvl="0"/>
            <a:endParaRPr lang="en-IN" sz="2400" dirty="0"/>
          </a:p>
          <a:p>
            <a:r>
              <a:rPr lang="en-IN" sz="2400" b="1" dirty="0"/>
              <a:t>Problems include:</a:t>
            </a:r>
          </a:p>
          <a:p>
            <a:pPr lvl="0"/>
            <a:r>
              <a:rPr lang="en-IN" sz="2400" dirty="0"/>
              <a:t>Slow processing </a:t>
            </a:r>
          </a:p>
          <a:p>
            <a:pPr lvl="0"/>
            <a:r>
              <a:rPr lang="en-IN" sz="2400" dirty="0"/>
              <a:t>Human errors </a:t>
            </a:r>
          </a:p>
          <a:p>
            <a:pPr lvl="0"/>
            <a:r>
              <a:rPr lang="en-IN" sz="2400" dirty="0"/>
              <a:t>Duplicate records </a:t>
            </a:r>
          </a:p>
          <a:p>
            <a:pPr lvl="0"/>
            <a:r>
              <a:rPr lang="en-IN" sz="2400" dirty="0"/>
              <a:t>Difficult to identify performance trends </a:t>
            </a:r>
          </a:p>
          <a:p>
            <a:pPr lvl="0"/>
            <a:r>
              <a:rPr lang="en-IN" sz="2400" dirty="0"/>
              <a:t>No automatic visualization </a:t>
            </a:r>
          </a:p>
          <a:p>
            <a:pPr lvl="0"/>
            <a:r>
              <a:rPr lang="en-IN" sz="2400" dirty="0"/>
              <a:t>Difficult to compare student performance</a:t>
            </a:r>
          </a:p>
          <a:p>
            <a:pPr>
              <a:spcBef>
                <a:spcPts val="1200"/>
              </a:spcBef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5B97-4948-1D36-1564-48F01509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6429C0E-D3D9-C6CC-7313-83F33EFBCF19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5C976F-1965-A32D-B4DC-F0B4E4BC385C}"/>
              </a:ext>
            </a:extLst>
          </p:cNvPr>
          <p:cNvSpPr txBox="1"/>
          <p:nvPr/>
        </p:nvSpPr>
        <p:spPr>
          <a:xfrm>
            <a:off x="762000" y="1143000"/>
            <a:ext cx="8534400" cy="3411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System:</a:t>
            </a: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amount of manual work </a:t>
            </a:r>
          </a:p>
          <a:p>
            <a:pPr marL="285750" indent="-28575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data affects decision making </a:t>
            </a:r>
          </a:p>
          <a:p>
            <a:pPr marL="285750" indent="-28575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compare applicants </a:t>
            </a:r>
          </a:p>
          <a:p>
            <a:pPr marL="285750" indent="-28575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graphical insights Poor prediction accuracy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28B387B-EB3D-FC8A-3A51-DDD2B8696A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3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2366-D5A3-7AD8-E7B4-472C3227ADC8}"/>
              </a:ext>
            </a:extLst>
          </p:cNvPr>
          <p:cNvSpPr txBox="1"/>
          <p:nvPr/>
        </p:nvSpPr>
        <p:spPr>
          <a:xfrm>
            <a:off x="228600" y="628650"/>
            <a:ext cx="9615250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:</a:t>
            </a:r>
          </a:p>
          <a:p>
            <a:r>
              <a:rPr lang="en-IN" sz="2000" dirty="0"/>
              <a:t>Develop a </a:t>
            </a:r>
            <a:r>
              <a:rPr lang="en-IN" sz="2000" b="1" dirty="0"/>
              <a:t>Student Performance Data Analysis System</a:t>
            </a:r>
            <a:r>
              <a:rPr lang="en-IN" sz="2000" dirty="0"/>
              <a:t> using Python</a:t>
            </a:r>
            <a:r>
              <a:rPr lang="en-IN" sz="2400" dirty="0"/>
              <a:t>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performs: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Load dataset using Pandas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Explore the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Clean missing or duplicate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Calculate average marks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Assign grades automatically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Generate Graphs and visualizations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 err="1"/>
              <a:t>Analyze</a:t>
            </a:r>
            <a:r>
              <a:rPr lang="en-IN" sz="2100" dirty="0"/>
              <a:t> attendance records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Identify top-performing and weak-performing students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Generate performance reports</a:t>
            </a:r>
            <a:br>
              <a:rPr lang="en-IN" sz="2100" dirty="0"/>
            </a:br>
            <a:endParaRPr lang="en-IN" sz="2100" dirty="0"/>
          </a:p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data processing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data quality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cleaning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visualization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understanding of customer profiles 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256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944C-8816-A98A-BE5A-6A28E3D1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CA7EE8-74F6-AF36-B9E5-7578E1237183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97977331-EA1C-CA44-869F-6C400FF95B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EA1E91E-EF4D-C73B-A7C1-DB20552B5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948130"/>
              </p:ext>
            </p:extLst>
          </p:nvPr>
        </p:nvGraphicFramePr>
        <p:xfrm>
          <a:off x="1524000" y="990600"/>
          <a:ext cx="708660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3432">
                  <a:extLst>
                    <a:ext uri="{9D8B030D-6E8A-4147-A177-3AD203B41FA5}">
                      <a16:colId xmlns:a16="http://schemas.microsoft.com/office/drawing/2014/main" val="1944288598"/>
                    </a:ext>
                  </a:extLst>
                </a:gridCol>
                <a:gridCol w="3683168">
                  <a:extLst>
                    <a:ext uri="{9D8B030D-6E8A-4147-A177-3AD203B41FA5}">
                      <a16:colId xmlns:a16="http://schemas.microsoft.com/office/drawing/2014/main" val="11545395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031984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Student_ID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Unique Student 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453727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Student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62089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Male/Female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151109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Student 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813248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</a:t>
                      </a:r>
                      <a:r>
                        <a:rPr lang="en-IN" dirty="0" err="1"/>
                        <a:t>aths</a:t>
                      </a:r>
                      <a:r>
                        <a:rPr lang="en-IN"/>
                        <a:t> Marks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04478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Physics 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101959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Chemistry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Chemistry 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53679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English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English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365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Computer_Science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Computer Science 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596119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Attendance Percentage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533799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Average 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823318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Student Grade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2234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0378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4038600" y="33282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2366-D5A3-7AD8-E7B4-472C3227ADC8}"/>
              </a:ext>
            </a:extLst>
          </p:cNvPr>
          <p:cNvSpPr txBox="1"/>
          <p:nvPr/>
        </p:nvSpPr>
        <p:spPr>
          <a:xfrm>
            <a:off x="685800" y="934735"/>
            <a:ext cx="8305800" cy="6633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i3 or above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4 GB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20 GB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Devices: Keyboard, Mouse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Device: Monitor</a:t>
            </a:r>
          </a:p>
          <a:p>
            <a:pPr>
              <a:lnSpc>
                <a:spcPct val="150000"/>
              </a:lnSpc>
            </a:pP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/ Linux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Google Collab/ Jupyter Notebook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Pandas,Numpy,Matplotlib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(for version control)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52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271227-37A8-BD2E-DA5F-9D1409CD539E}"/>
              </a:ext>
            </a:extLst>
          </p:cNvPr>
          <p:cNvSpPr txBox="1"/>
          <p:nvPr/>
        </p:nvSpPr>
        <p:spPr>
          <a:xfrm>
            <a:off x="685800" y="910399"/>
            <a:ext cx="7924801" cy="539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3953B3A5-B246-55AD-515B-436ED9F0D0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698EF3-6CC5-CB2B-B3DF-1F2230442C23}"/>
              </a:ext>
            </a:extLst>
          </p:cNvPr>
          <p:cNvSpPr txBox="1"/>
          <p:nvPr/>
        </p:nvSpPr>
        <p:spPr>
          <a:xfrm>
            <a:off x="1066800" y="1460971"/>
            <a:ext cx="8610599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00" b="1" dirty="0"/>
              <a:t>Module 1</a:t>
            </a:r>
          </a:p>
          <a:p>
            <a:r>
              <a:rPr lang="en-IN" sz="1900" dirty="0"/>
              <a:t>Dataset Loading</a:t>
            </a:r>
          </a:p>
          <a:p>
            <a:r>
              <a:rPr lang="en-IN" sz="1900" dirty="0"/>
              <a:t>Import libraries </a:t>
            </a:r>
          </a:p>
          <a:p>
            <a:r>
              <a:rPr lang="en-IN" sz="1900" dirty="0"/>
              <a:t>Read CSV file</a:t>
            </a:r>
          </a:p>
          <a:p>
            <a:r>
              <a:rPr lang="en-IN" sz="1900" dirty="0"/>
              <a:t>Load student dataset </a:t>
            </a:r>
          </a:p>
          <a:p>
            <a:r>
              <a:rPr lang="en-IN" sz="1900" dirty="0"/>
              <a:t>Display first rows </a:t>
            </a:r>
          </a:p>
          <a:p>
            <a:endParaRPr lang="en-IN" sz="1900" dirty="0"/>
          </a:p>
          <a:p>
            <a:r>
              <a:rPr lang="en-IN" sz="1900" b="1" dirty="0"/>
              <a:t>Module 2</a:t>
            </a:r>
          </a:p>
          <a:p>
            <a:r>
              <a:rPr lang="en-IN" sz="1900" dirty="0"/>
              <a:t>Data Exploration</a:t>
            </a:r>
          </a:p>
          <a:p>
            <a:r>
              <a:rPr lang="en-IN" sz="1900" dirty="0"/>
              <a:t>Dataset shape </a:t>
            </a:r>
          </a:p>
          <a:p>
            <a:r>
              <a:rPr lang="en-IN" sz="1900" dirty="0"/>
              <a:t>Column names </a:t>
            </a:r>
          </a:p>
          <a:p>
            <a:r>
              <a:rPr lang="en-IN" sz="1900" dirty="0"/>
              <a:t>Data types </a:t>
            </a:r>
          </a:p>
          <a:p>
            <a:r>
              <a:rPr lang="en-IN" sz="1900" dirty="0"/>
              <a:t>Missing values </a:t>
            </a:r>
          </a:p>
          <a:p>
            <a:r>
              <a:rPr lang="en-IN" sz="1900" dirty="0"/>
              <a:t>Statistical summary </a:t>
            </a:r>
          </a:p>
          <a:p>
            <a:endParaRPr lang="en-IN" sz="1900" dirty="0"/>
          </a:p>
          <a:p>
            <a:r>
              <a:rPr lang="en-IN" sz="1900" b="1" dirty="0"/>
              <a:t>Module 3</a:t>
            </a:r>
          </a:p>
          <a:p>
            <a:r>
              <a:rPr lang="en-IN" sz="1900" dirty="0"/>
              <a:t>Data Cleaning</a:t>
            </a:r>
          </a:p>
          <a:p>
            <a:r>
              <a:rPr lang="en-IN" sz="1900" dirty="0"/>
              <a:t>Fill missing values </a:t>
            </a:r>
          </a:p>
          <a:p>
            <a:r>
              <a:rPr lang="en-IN" sz="1900" dirty="0"/>
              <a:t>Remove duplicates records</a:t>
            </a:r>
          </a:p>
          <a:p>
            <a:r>
              <a:rPr lang="en-IN" sz="1900" dirty="0"/>
              <a:t>Handle incorrect data </a:t>
            </a:r>
          </a:p>
        </p:txBody>
      </p:sp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BE1A7-3004-3B9A-3BDF-6F0CD676F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D8057B3F-5DAB-DD41-AECE-F331B855040E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2087F558-D85F-5AC0-F454-1F63CE0A07E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DA168F22-39BB-5B7D-3CF6-D85FE785C62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37D54020-DB2F-8565-330C-84D2218CC66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9E7A54A0-4068-FC5A-C8B6-7CD6DED089A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5F015672-148D-A104-60CF-C6A88B1949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A6C365DC-19B7-1764-968A-F9C87D5E495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4B64F4-A7BB-5C66-D262-C3B30131FC70}"/>
              </a:ext>
            </a:extLst>
          </p:cNvPr>
          <p:cNvSpPr txBox="1"/>
          <p:nvPr/>
        </p:nvSpPr>
        <p:spPr>
          <a:xfrm>
            <a:off x="533400" y="915815"/>
            <a:ext cx="8686799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Module 4</a:t>
            </a:r>
          </a:p>
          <a:p>
            <a:r>
              <a:rPr lang="en-IN" sz="2000" dirty="0"/>
              <a:t>Data Preprocessing</a:t>
            </a:r>
          </a:p>
          <a:p>
            <a:pPr algn="l"/>
            <a:r>
              <a:rPr lang="en-IN" sz="2000" dirty="0"/>
              <a:t>• Calculate average marks</a:t>
            </a:r>
          </a:p>
          <a:p>
            <a:r>
              <a:rPr lang="en-IN" sz="2000" dirty="0"/>
              <a:t>• Assign grades</a:t>
            </a:r>
          </a:p>
          <a:p>
            <a:r>
              <a:rPr lang="en-IN" sz="2000" dirty="0"/>
              <a:t>• Sort student records </a:t>
            </a:r>
          </a:p>
          <a:p>
            <a:r>
              <a:rPr lang="en-IN" sz="2000" dirty="0"/>
              <a:t>• Filter student performance</a:t>
            </a:r>
            <a:br>
              <a:rPr lang="en-IN" sz="2000" dirty="0"/>
            </a:br>
            <a:endParaRPr lang="en-IN" sz="2000" dirty="0"/>
          </a:p>
          <a:p>
            <a:r>
              <a:rPr lang="en-IN" sz="2000" b="1" dirty="0"/>
              <a:t>Module 5</a:t>
            </a:r>
          </a:p>
          <a:p>
            <a:r>
              <a:rPr lang="en-IN" sz="2000" dirty="0"/>
              <a:t>Exploratory Data Analysis</a:t>
            </a:r>
          </a:p>
          <a:p>
            <a:r>
              <a:rPr lang="en-IN" sz="2000" dirty="0"/>
              <a:t>Visualize</a:t>
            </a:r>
          </a:p>
          <a:p>
            <a:pPr algn="l"/>
            <a:r>
              <a:rPr lang="en-IN" sz="2000" dirty="0"/>
              <a:t>• Subject-wise average marks</a:t>
            </a:r>
          </a:p>
          <a:p>
            <a:r>
              <a:rPr lang="en-IN" sz="2000" dirty="0"/>
              <a:t>• Attendance Analysis</a:t>
            </a:r>
          </a:p>
          <a:p>
            <a:r>
              <a:rPr lang="en-IN" sz="2000" dirty="0"/>
              <a:t>• Grade distribution </a:t>
            </a:r>
            <a:br>
              <a:rPr lang="en-IN" sz="2000" dirty="0"/>
            </a:br>
            <a:endParaRPr lang="en-IN" sz="2000" dirty="0"/>
          </a:p>
          <a:p>
            <a:r>
              <a:rPr lang="en-IN" sz="2000" b="1" dirty="0"/>
              <a:t>Module 6</a:t>
            </a:r>
          </a:p>
          <a:p>
            <a:r>
              <a:rPr lang="en-IN" sz="2000" dirty="0"/>
              <a:t>Performance Analysis</a:t>
            </a:r>
          </a:p>
          <a:p>
            <a:r>
              <a:rPr lang="en-IN" sz="2000" dirty="0"/>
              <a:t>• Top-performing students</a:t>
            </a:r>
          </a:p>
          <a:p>
            <a:r>
              <a:rPr lang="en-IN" sz="2000" dirty="0"/>
              <a:t>• Weak-performing students</a:t>
            </a:r>
          </a:p>
          <a:p>
            <a:r>
              <a:rPr lang="en-IN" sz="2000" dirty="0"/>
              <a:t>• Best-performing </a:t>
            </a:r>
            <a:r>
              <a:rPr lang="en-IN" sz="2000" dirty="0" err="1"/>
              <a:t>stubject</a:t>
            </a:r>
            <a:endParaRPr lang="en-IN" sz="2000" dirty="0"/>
          </a:p>
          <a:p>
            <a:r>
              <a:rPr lang="en-IN" sz="2000" dirty="0"/>
              <a:t>• Attendance impact on performance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44217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36072-48CF-7A07-3283-0CB79F29A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C17C9B2-E7CC-1C9A-D7F8-2089A03BE5C7}"/>
              </a:ext>
            </a:extLst>
          </p:cNvPr>
          <p:cNvSpPr txBox="1"/>
          <p:nvPr/>
        </p:nvSpPr>
        <p:spPr>
          <a:xfrm>
            <a:off x="848090" y="1028476"/>
            <a:ext cx="8574881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The system displays: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Dataset Information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Missing Value Report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Cleaned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Student Performance Report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Average Marks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Grade Assignment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 err="1"/>
              <a:t>Attedenance</a:t>
            </a:r>
            <a:r>
              <a:rPr lang="en-IN" sz="2200" dirty="0"/>
              <a:t>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Charts and Graphs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Subject-wise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Topper </a:t>
            </a:r>
            <a:r>
              <a:rPr lang="en-IN" sz="2200" dirty="0" err="1"/>
              <a:t>Inforation</a:t>
            </a:r>
            <a:endParaRPr lang="en-IN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Performance Insights</a:t>
            </a: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1D05E8A7-0BAB-CD52-0FC4-DBD8F083248D}"/>
              </a:ext>
            </a:extLst>
          </p:cNvPr>
          <p:cNvGrpSpPr/>
          <p:nvPr/>
        </p:nvGrpSpPr>
        <p:grpSpPr>
          <a:xfrm>
            <a:off x="2477248" y="173289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2B30C952-F60A-FB38-53A3-CC89BA08827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7866CFA0-4F50-28F0-EFC2-86D038EB21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3F09A4D8-A400-E0F8-0CA6-063B8B882E6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F8E97D79-7FA8-D140-E726-79CFA9A5B81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E0F701E1-161B-537E-CE8F-F2E5197F40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4" y="432593"/>
            <a:ext cx="26079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OUTPUTS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F12DBFE6-BE52-C24E-9E8E-C14765A305F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059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67E51-5D7A-AF97-9E45-B558C6822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0" y="457200"/>
            <a:ext cx="2528570" cy="353943"/>
          </a:xfrm>
        </p:spPr>
        <p:txBody>
          <a:bodyPr/>
          <a:lstStyle/>
          <a:p>
            <a:r>
              <a:rPr lang="en-IN" dirty="0"/>
              <a:t>Expected Outputs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F7B23D-62E0-2AF6-98C5-9CE21E0C1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3600"/>
            <a:ext cx="3881521" cy="404151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20F92-81B9-B5B6-2304-5975A0B97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00082"/>
          </a:xfrm>
        </p:spPr>
        <p:txBody>
          <a:bodyPr/>
          <a:lstStyle/>
          <a:p>
            <a:r>
              <a:rPr lang="en-IN" dirty="0"/>
              <a:t>Visual Data: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B4B877-47BC-F0D0-559E-30301A009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097" y="2057400"/>
            <a:ext cx="5448300" cy="442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66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BB4592-5775-79D7-4F02-0BE4F7025B51}"/>
              </a:ext>
            </a:extLst>
          </p:cNvPr>
          <p:cNvSpPr txBox="1"/>
          <p:nvPr/>
        </p:nvSpPr>
        <p:spPr>
          <a:xfrm>
            <a:off x="872251" y="1423788"/>
            <a:ext cx="8574881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The </a:t>
            </a:r>
            <a:r>
              <a:rPr lang="en-IN" sz="2200" b="1" dirty="0"/>
              <a:t>Student Performance Data Analysis System</a:t>
            </a:r>
            <a:r>
              <a:rPr lang="en-IN" sz="2200" dirty="0"/>
              <a:t> demonstrates the complete data analysis pipeline using Python. The project helps students understand: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helps students understand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It provides valuable insights into student academic performance and creates a strong foundation for future </a:t>
            </a:r>
            <a:r>
              <a:rPr lang="en-IN" sz="2200" b="1" dirty="0"/>
              <a:t>Data Science, Machine Learning, and Educational Analytics</a:t>
            </a:r>
            <a:r>
              <a:rPr lang="en-IN" sz="2200" dirty="0"/>
              <a:t> projects</a:t>
            </a:r>
            <a:r>
              <a:rPr lang="en-IN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2617</TotalTime>
  <Words>679</Words>
  <Application>Microsoft Office PowerPoint</Application>
  <PresentationFormat>Custom</PresentationFormat>
  <Paragraphs>191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</vt:lpstr>
      <vt:lpstr>Palatino Linotype</vt:lpstr>
      <vt:lpstr>Times New Roman</vt:lpstr>
      <vt:lpstr>Office Theme</vt:lpstr>
      <vt:lpstr>Data Analysis Essentials Cornerstone Project First Review</vt:lpstr>
      <vt:lpstr>PowerPoint Presentation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METHODOLOGY</vt:lpstr>
      <vt:lpstr>METHODOLOGY</vt:lpstr>
      <vt:lpstr>EXPECTED OUTPUTS</vt:lpstr>
      <vt:lpstr>Expected Outputs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Harsha Dasari</cp:lastModifiedBy>
  <cp:revision>48</cp:revision>
  <cp:lastPrinted>2025-10-14T18:21:49Z</cp:lastPrinted>
  <dcterms:created xsi:type="dcterms:W3CDTF">2025-10-10T08:28:06Z</dcterms:created>
  <dcterms:modified xsi:type="dcterms:W3CDTF">2026-08-11T08:35:58Z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